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022AD4-2F53-5B86-7ECB-C610F72B19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A216B-934C-B886-2098-92C3BD7A8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58D2A2-B80D-2E3E-8879-D8432F1CE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74E99-5E90-4D22-9862-A167D3B506A9}" type="datetimeFigureOut">
              <a:rPr lang="es-CL" smtClean="0"/>
              <a:t>20-12-2025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D24CDF-6ED5-769C-5CE1-EE994FB00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EB84DD-E9A1-C7B2-65B3-626F018A2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265C3-6FF0-4040-825A-F2EC7C3638E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49893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B150EE-C092-30F1-029F-6FD1EF82E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DF111F-7CE1-6B1E-44E2-1DEC2048A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EE26F9-FD6D-4BF9-ADA8-2DE0FA12D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74E99-5E90-4D22-9862-A167D3B506A9}" type="datetimeFigureOut">
              <a:rPr lang="es-CL" smtClean="0"/>
              <a:t>20-12-2025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78A4CE-92C2-FAE7-542F-7E6F45E98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852709-653D-B06C-75B5-EEC482920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265C3-6FF0-4040-825A-F2EC7C3638E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1643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DFE6C7-3E2F-E5A6-9BEE-2FD0566EA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2A29E2-DECA-4FE3-9871-98AFAB601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E318BB-63AB-DA8B-F9C0-7B2859A95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74E99-5E90-4D22-9862-A167D3B506A9}" type="datetimeFigureOut">
              <a:rPr lang="es-CL" smtClean="0"/>
              <a:t>20-12-2025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267359-F77A-4358-5FD9-8356D606B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0A4236-BA1C-223A-6190-F19604748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265C3-6FF0-4040-825A-F2EC7C3638E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78020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9816E-2A6B-5CB3-7EBC-9AE51C809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7BE341-A28B-D90C-81E7-0DBA663DA0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5F6DE47-10B6-DC8B-52AE-61D1526BCF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5074DB9-91C5-523A-E158-EB0F81023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74E99-5E90-4D22-9862-A167D3B506A9}" type="datetimeFigureOut">
              <a:rPr lang="es-CL" smtClean="0"/>
              <a:t>20-12-2025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42DF41-68CA-9E76-8636-8329483D0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BFBFFB-D237-CFF5-46CA-BEE89E1BA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265C3-6FF0-4040-825A-F2EC7C3638E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62014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662BEF-AE44-701F-A104-1F9CB5BF9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6F3A015-8E1B-277A-B5D0-27C4055F4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DDF5A51-8C68-A287-2F5C-3D55DBEC1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EBB4101-4327-825E-7F92-2A6B5A07C2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BC8D009-9DC9-C15D-9014-CB82DA6FF5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7C28717-7D13-F1E5-A4A1-8E928E6EB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74E99-5E90-4D22-9862-A167D3B506A9}" type="datetimeFigureOut">
              <a:rPr lang="es-CL" smtClean="0"/>
              <a:t>20-12-2025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34B9CA6-ECF4-0EC9-2FCD-C243CFE98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64FAB89-CE61-60CE-979E-A76467EE5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265C3-6FF0-4040-825A-F2EC7C3638E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53472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3B7B98-7ED0-81E1-3DC4-F35AE5ABA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CFFF542-AE70-4BE4-96B5-5E0DE0637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74E99-5E90-4D22-9862-A167D3B506A9}" type="datetimeFigureOut">
              <a:rPr lang="es-CL" smtClean="0"/>
              <a:t>20-12-2025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41294C9-22BD-726A-B342-90BCE64F3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59CCC39-FEAC-51F2-EFED-59B3EB58F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265C3-6FF0-4040-825A-F2EC7C3638E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5575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9380DB1-788C-6C09-7362-96E5D7D93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74E99-5E90-4D22-9862-A167D3B506A9}" type="datetimeFigureOut">
              <a:rPr lang="es-CL" smtClean="0"/>
              <a:t>20-12-2025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5CAB0DF-EC65-4636-00AD-416FD5F7A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BCA325-DD83-C9AA-9EF1-4D9A7D53B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265C3-6FF0-4040-825A-F2EC7C3638E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48660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58F506-3DF5-73B3-2E7E-9703AFE73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907373-5BB0-C72A-D56F-0417D86F2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3981808-F5AC-61CE-A647-D8A841D748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FDD81AE-21F5-5029-AD5B-2D9E0F90B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74E99-5E90-4D22-9862-A167D3B506A9}" type="datetimeFigureOut">
              <a:rPr lang="es-CL" smtClean="0"/>
              <a:t>20-12-2025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CB0AEAC-1C42-E4BC-715B-EA4EC7069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CC0EDE8-4753-2DEF-6728-C40E0085D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265C3-6FF0-4040-825A-F2EC7C3638E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3611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DBB69-67C7-92F5-F2EE-513CDC391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E4B7832-158A-2084-A203-B2C848B278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7C6350-0E6D-126C-DDBE-D645A330C7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5CBCBBF-B136-E23B-C168-C863DBCAD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74E99-5E90-4D22-9862-A167D3B506A9}" type="datetimeFigureOut">
              <a:rPr lang="es-CL" smtClean="0"/>
              <a:t>20-12-2025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262573E-EA9D-5C19-1DCA-3C1283844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EA51A0-1980-0E2B-D714-F2AE771F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265C3-6FF0-4040-825A-F2EC7C3638E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83106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8BC2FC-1779-7413-D66F-D9C3A20D6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882B657-808B-E3E2-B225-7E05472FF5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456969-0004-6BA3-B76B-9952A8DEE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74E99-5E90-4D22-9862-A167D3B506A9}" type="datetimeFigureOut">
              <a:rPr lang="es-CL" smtClean="0"/>
              <a:t>20-12-2025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B19DE4-4568-0E81-3FC9-9B2365A24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15E6E7-0D89-9316-1FD8-A6C4CD309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265C3-6FF0-4040-825A-F2EC7C3638E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12376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AA46B50-D898-B5D5-0BEA-80D4BD635B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E2CA543-88AE-ED34-E086-D01FCA35F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90EBB4-C7EF-CF50-8A59-2D7414A20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74E99-5E90-4D22-9862-A167D3B506A9}" type="datetimeFigureOut">
              <a:rPr lang="es-CL" smtClean="0"/>
              <a:t>20-12-2025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6B2B54-5772-2C87-BDD4-72AFE972E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7E4BFE-7EA2-8FDC-574F-168E9BAC6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265C3-6FF0-4040-825A-F2EC7C3638E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17717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EB67358-BDDD-8F50-0770-6E1A34D58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D7FAD6-02D0-140F-7208-7E433AF03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1CCF59-4EE8-51C0-285C-025FECCF84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74E99-5E90-4D22-9862-A167D3B506A9}" type="datetimeFigureOut">
              <a:rPr lang="es-CL" smtClean="0"/>
              <a:t>20-12-2025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606C49-F858-E4D3-A797-4C1B09A15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45FD6C-D104-BB0C-49C2-D37615F643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265C3-6FF0-4040-825A-F2EC7C3638E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95073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3DC3D3E-EAD6-3C8D-291A-45E8324CBBF5}"/>
              </a:ext>
            </a:extLst>
          </p:cNvPr>
          <p:cNvSpPr txBox="1"/>
          <p:nvPr/>
        </p:nvSpPr>
        <p:spPr>
          <a:xfrm>
            <a:off x="159907" y="1121274"/>
            <a:ext cx="3746091" cy="99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s-CL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Datos del cliente</a:t>
            </a:r>
          </a:p>
          <a:p>
            <a:pPr>
              <a:lnSpc>
                <a:spcPts val="1425"/>
              </a:lnSpc>
              <a:buNone/>
            </a:pPr>
            <a:r>
              <a:rPr lang="es-CL" sz="1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archivo=</a:t>
            </a:r>
            <a:r>
              <a:rPr lang="es-CL" sz="11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'https://raw.githubusercontent.com/JuanWilson70/Telecom-X-parte2/</a:t>
            </a:r>
            <a:r>
              <a:rPr lang="es-CL" sz="11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refs</a:t>
            </a:r>
            <a:r>
              <a:rPr lang="es-CL" sz="11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s-CL" sz="11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heads</a:t>
            </a:r>
            <a:r>
              <a:rPr lang="es-CL" sz="11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s-CL" sz="11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main</a:t>
            </a:r>
            <a:r>
              <a:rPr lang="es-CL" sz="11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/datos_normalizados_TelecomX.csv'</a:t>
            </a:r>
            <a:endParaRPr lang="es-CL" sz="11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6" name="Cilindro 5">
            <a:extLst>
              <a:ext uri="{FF2B5EF4-FFF2-40B4-BE49-F238E27FC236}">
                <a16:creationId xmlns:a16="http://schemas.microsoft.com/office/drawing/2014/main" id="{A1A1D2A1-710F-7DD4-928C-64AF9230234F}"/>
              </a:ext>
            </a:extLst>
          </p:cNvPr>
          <p:cNvSpPr/>
          <p:nvPr/>
        </p:nvSpPr>
        <p:spPr>
          <a:xfrm>
            <a:off x="4593697" y="1973825"/>
            <a:ext cx="1512135" cy="3222551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BD</a:t>
            </a:r>
          </a:p>
          <a:p>
            <a:pPr algn="ctr"/>
            <a:r>
              <a:rPr lang="es-CL" dirty="0"/>
              <a:t>Cliente</a:t>
            </a:r>
          </a:p>
        </p:txBody>
      </p:sp>
      <p:grpSp>
        <p:nvGrpSpPr>
          <p:cNvPr id="60" name="Grupo 59">
            <a:extLst>
              <a:ext uri="{FF2B5EF4-FFF2-40B4-BE49-F238E27FC236}">
                <a16:creationId xmlns:a16="http://schemas.microsoft.com/office/drawing/2014/main" id="{7CFC9B61-F35E-5D27-74C6-36C1DA181A7B}"/>
              </a:ext>
            </a:extLst>
          </p:cNvPr>
          <p:cNvGrpSpPr/>
          <p:nvPr/>
        </p:nvGrpSpPr>
        <p:grpSpPr>
          <a:xfrm>
            <a:off x="7098584" y="408487"/>
            <a:ext cx="4070861" cy="1312952"/>
            <a:chOff x="7098584" y="408487"/>
            <a:chExt cx="4070861" cy="1312952"/>
          </a:xfrm>
        </p:grpSpPr>
        <p:pic>
          <p:nvPicPr>
            <p:cNvPr id="1037" name="Picture 13" descr="personas con icono de computadora portátil en estilo cómico. ilustración de  vector de dibujos animados de">
              <a:extLst>
                <a:ext uri="{FF2B5EF4-FFF2-40B4-BE49-F238E27FC236}">
                  <a16:creationId xmlns:a16="http://schemas.microsoft.com/office/drawing/2014/main" id="{ECC9CE7A-0469-DCF0-673D-074B203B44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98584" y="408487"/>
              <a:ext cx="1814358" cy="9071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A87FFDA2-5642-E377-1D85-91DB7BC76D58}"/>
                </a:ext>
              </a:extLst>
            </p:cNvPr>
            <p:cNvSpPr txBox="1"/>
            <p:nvPr/>
          </p:nvSpPr>
          <p:spPr>
            <a:xfrm>
              <a:off x="9026013" y="521110"/>
              <a:ext cx="214343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dirty="0"/>
                <a:t>Conexión a BD</a:t>
              </a:r>
            </a:p>
            <a:p>
              <a:r>
                <a:rPr lang="es-CL" dirty="0" err="1"/>
                <a:t>User</a:t>
              </a:r>
              <a:r>
                <a:rPr lang="es-CL" dirty="0"/>
                <a:t> – </a:t>
              </a:r>
              <a:r>
                <a:rPr lang="es-CL" dirty="0" err="1"/>
                <a:t>password</a:t>
              </a:r>
              <a:endParaRPr lang="es-CL" dirty="0"/>
            </a:p>
            <a:p>
              <a:r>
                <a:rPr lang="es-CL" dirty="0"/>
                <a:t>Descargar archivos</a:t>
              </a:r>
            </a:p>
            <a:p>
              <a:endParaRPr lang="es-CL" dirty="0"/>
            </a:p>
          </p:txBody>
        </p:sp>
      </p:grp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C4B405FE-4817-CEE8-BBFB-0107E4C6A016}"/>
              </a:ext>
            </a:extLst>
          </p:cNvPr>
          <p:cNvCxnSpPr>
            <a:cxnSpLocks/>
          </p:cNvCxnSpPr>
          <p:nvPr/>
        </p:nvCxnSpPr>
        <p:spPr>
          <a:xfrm>
            <a:off x="3241528" y="2019192"/>
            <a:ext cx="1238309" cy="5045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0E65E24F-C0AD-3D7D-5FF8-15464EBDDD43}"/>
              </a:ext>
            </a:extLst>
          </p:cNvPr>
          <p:cNvCxnSpPr>
            <a:cxnSpLocks/>
          </p:cNvCxnSpPr>
          <p:nvPr/>
        </p:nvCxnSpPr>
        <p:spPr>
          <a:xfrm flipV="1">
            <a:off x="2755437" y="3249852"/>
            <a:ext cx="1767402" cy="2699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D6885FF7-39B4-BC31-F2C2-4E958B3625D5}"/>
              </a:ext>
            </a:extLst>
          </p:cNvPr>
          <p:cNvCxnSpPr>
            <a:cxnSpLocks/>
          </p:cNvCxnSpPr>
          <p:nvPr/>
        </p:nvCxnSpPr>
        <p:spPr>
          <a:xfrm flipV="1">
            <a:off x="1936140" y="4599601"/>
            <a:ext cx="2543697" cy="96610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98A12343-7F9A-5A82-1630-FBCC26770FF3}"/>
              </a:ext>
            </a:extLst>
          </p:cNvPr>
          <p:cNvCxnSpPr>
            <a:cxnSpLocks/>
          </p:cNvCxnSpPr>
          <p:nvPr/>
        </p:nvCxnSpPr>
        <p:spPr>
          <a:xfrm flipV="1">
            <a:off x="6105832" y="1218965"/>
            <a:ext cx="992752" cy="754861"/>
          </a:xfrm>
          <a:prstGeom prst="straightConnector1">
            <a:avLst/>
          </a:prstGeom>
          <a:ln w="381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50903EA5-25BA-90FC-68F0-4D8EFA2578D4}"/>
              </a:ext>
            </a:extLst>
          </p:cNvPr>
          <p:cNvCxnSpPr>
            <a:cxnSpLocks/>
          </p:cNvCxnSpPr>
          <p:nvPr/>
        </p:nvCxnSpPr>
        <p:spPr>
          <a:xfrm>
            <a:off x="6219692" y="3581453"/>
            <a:ext cx="1537401" cy="0"/>
          </a:xfrm>
          <a:prstGeom prst="straightConnector1">
            <a:avLst/>
          </a:prstGeom>
          <a:ln w="381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upo 57">
            <a:extLst>
              <a:ext uri="{FF2B5EF4-FFF2-40B4-BE49-F238E27FC236}">
                <a16:creationId xmlns:a16="http://schemas.microsoft.com/office/drawing/2014/main" id="{EFE83560-D967-F22B-0B8C-80A6DD32E827}"/>
              </a:ext>
            </a:extLst>
          </p:cNvPr>
          <p:cNvGrpSpPr/>
          <p:nvPr/>
        </p:nvGrpSpPr>
        <p:grpSpPr>
          <a:xfrm>
            <a:off x="340540" y="2523723"/>
            <a:ext cx="2280102" cy="1176182"/>
            <a:chOff x="431812" y="1900871"/>
            <a:chExt cx="2280102" cy="1176182"/>
          </a:xfrm>
        </p:grpSpPr>
        <p:pic>
          <p:nvPicPr>
            <p:cNvPr id="23" name="Imagen 22">
              <a:extLst>
                <a:ext uri="{FF2B5EF4-FFF2-40B4-BE49-F238E27FC236}">
                  <a16:creationId xmlns:a16="http://schemas.microsoft.com/office/drawing/2014/main" id="{1A6BE7E7-FF63-4366-3E19-F296BFE93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1812" y="2230930"/>
              <a:ext cx="2280102" cy="846123"/>
            </a:xfrm>
            <a:prstGeom prst="rect">
              <a:avLst/>
            </a:prstGeom>
          </p:spPr>
        </p:pic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6A2FDA23-1BCF-B23C-1CFA-ACDCDAB5E7BF}"/>
                </a:ext>
              </a:extLst>
            </p:cNvPr>
            <p:cNvSpPr txBox="1"/>
            <p:nvPr/>
          </p:nvSpPr>
          <p:spPr>
            <a:xfrm>
              <a:off x="595321" y="1900871"/>
              <a:ext cx="2054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dirty="0"/>
                <a:t>Tabla procesada</a:t>
              </a:r>
            </a:p>
          </p:txBody>
        </p: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0065C2A-9134-FEB1-0D22-98E55ED2DC1D}"/>
              </a:ext>
            </a:extLst>
          </p:cNvPr>
          <p:cNvGrpSpPr/>
          <p:nvPr/>
        </p:nvGrpSpPr>
        <p:grpSpPr>
          <a:xfrm>
            <a:off x="461938" y="4792399"/>
            <a:ext cx="1376054" cy="1324290"/>
            <a:chOff x="430514" y="4099716"/>
            <a:chExt cx="1376054" cy="1324290"/>
          </a:xfrm>
        </p:grpSpPr>
        <p:pic>
          <p:nvPicPr>
            <p:cNvPr id="1027" name="Picture 3" descr="1,3 millones resultados de imágenes, fotos de stock e ilustraciones libres  de regalías para Archivo documentos | Shutterstock">
              <a:extLst>
                <a:ext uri="{FF2B5EF4-FFF2-40B4-BE49-F238E27FC236}">
                  <a16:creationId xmlns:a16="http://schemas.microsoft.com/office/drawing/2014/main" id="{658F702D-BDEB-DE46-BFA9-5F284BC2BD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3314" y="4330752"/>
              <a:ext cx="1093254" cy="10932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2" name="CuadroTexto 51">
              <a:extLst>
                <a:ext uri="{FF2B5EF4-FFF2-40B4-BE49-F238E27FC236}">
                  <a16:creationId xmlns:a16="http://schemas.microsoft.com/office/drawing/2014/main" id="{DCDEFF9C-7071-5B7E-3A07-925A69CC3B7D}"/>
                </a:ext>
              </a:extLst>
            </p:cNvPr>
            <p:cNvSpPr txBox="1"/>
            <p:nvPr/>
          </p:nvSpPr>
          <p:spPr>
            <a:xfrm>
              <a:off x="430514" y="4099716"/>
              <a:ext cx="10932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dirty="0"/>
                <a:t>Modelo</a:t>
              </a:r>
            </a:p>
          </p:txBody>
        </p:sp>
      </p:grpSp>
      <p:grpSp>
        <p:nvGrpSpPr>
          <p:cNvPr id="61" name="Grupo 60">
            <a:extLst>
              <a:ext uri="{FF2B5EF4-FFF2-40B4-BE49-F238E27FC236}">
                <a16:creationId xmlns:a16="http://schemas.microsoft.com/office/drawing/2014/main" id="{19595AC0-9BB8-FC33-D3DD-15DBCF40E4C8}"/>
              </a:ext>
            </a:extLst>
          </p:cNvPr>
          <p:cNvGrpSpPr/>
          <p:nvPr/>
        </p:nvGrpSpPr>
        <p:grpSpPr>
          <a:xfrm>
            <a:off x="7786283" y="1733495"/>
            <a:ext cx="3894018" cy="532761"/>
            <a:chOff x="7786283" y="1733495"/>
            <a:chExt cx="3894018" cy="532761"/>
          </a:xfrm>
        </p:grpSpPr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7E9057D1-5DBE-0561-666B-EB1071B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86283" y="1733495"/>
              <a:ext cx="1860555" cy="532761"/>
            </a:xfrm>
            <a:prstGeom prst="rect">
              <a:avLst/>
            </a:prstGeom>
          </p:spPr>
        </p:pic>
        <p:sp>
          <p:nvSpPr>
            <p:cNvPr id="53" name="CuadroTexto 52">
              <a:extLst>
                <a:ext uri="{FF2B5EF4-FFF2-40B4-BE49-F238E27FC236}">
                  <a16:creationId xmlns:a16="http://schemas.microsoft.com/office/drawing/2014/main" id="{5A923B31-276E-F384-E479-A2B867DE1779}"/>
                </a:ext>
              </a:extLst>
            </p:cNvPr>
            <p:cNvSpPr txBox="1"/>
            <p:nvPr/>
          </p:nvSpPr>
          <p:spPr>
            <a:xfrm>
              <a:off x="9625359" y="1808657"/>
              <a:ext cx="2054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dirty="0"/>
                <a:t>Tabla principal</a:t>
              </a:r>
            </a:p>
          </p:txBody>
        </p:sp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A94026AF-6096-DA8F-53FB-5A1A5B893710}"/>
              </a:ext>
            </a:extLst>
          </p:cNvPr>
          <p:cNvGrpSpPr/>
          <p:nvPr/>
        </p:nvGrpSpPr>
        <p:grpSpPr>
          <a:xfrm>
            <a:off x="7771841" y="2383726"/>
            <a:ext cx="3881069" cy="2481363"/>
            <a:chOff x="7771841" y="2383726"/>
            <a:chExt cx="3881069" cy="2481363"/>
          </a:xfrm>
        </p:grpSpPr>
        <p:sp>
          <p:nvSpPr>
            <p:cNvPr id="15" name="Diagrama de flujo: almacenamiento interno 14">
              <a:extLst>
                <a:ext uri="{FF2B5EF4-FFF2-40B4-BE49-F238E27FC236}">
                  <a16:creationId xmlns:a16="http://schemas.microsoft.com/office/drawing/2014/main" id="{9EF749F3-EF3E-F786-9A6F-9B7D21262780}"/>
                </a:ext>
              </a:extLst>
            </p:cNvPr>
            <p:cNvSpPr/>
            <p:nvPr/>
          </p:nvSpPr>
          <p:spPr>
            <a:xfrm>
              <a:off x="7771841" y="2405649"/>
              <a:ext cx="3881069" cy="2459440"/>
            </a:xfrm>
            <a:prstGeom prst="flowChartInternalStorag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2C58F5C0-2D51-8BA5-054D-169BAE78B2BE}"/>
                </a:ext>
              </a:extLst>
            </p:cNvPr>
            <p:cNvSpPr txBox="1"/>
            <p:nvPr/>
          </p:nvSpPr>
          <p:spPr>
            <a:xfrm>
              <a:off x="9193711" y="2930403"/>
              <a:ext cx="559540" cy="3194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sz="1400" dirty="0"/>
                <a:t>ID</a:t>
              </a:r>
            </a:p>
          </p:txBody>
        </p:sp>
        <p:pic>
          <p:nvPicPr>
            <p:cNvPr id="1041" name="Picture 17" descr="Plantillas gratuitas de gestión y seguimiento de clientes | Smartsheet">
              <a:extLst>
                <a:ext uri="{FF2B5EF4-FFF2-40B4-BE49-F238E27FC236}">
                  <a16:creationId xmlns:a16="http://schemas.microsoft.com/office/drawing/2014/main" id="{25BC697E-C84F-652C-FB3D-01338B62A8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24109" y="2936050"/>
              <a:ext cx="1211301" cy="7638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66863088-B75D-AFBE-3DD0-ECA4D569875C}"/>
                </a:ext>
              </a:extLst>
            </p:cNvPr>
            <p:cNvSpPr txBox="1"/>
            <p:nvPr/>
          </p:nvSpPr>
          <p:spPr>
            <a:xfrm>
              <a:off x="8635834" y="3832925"/>
              <a:ext cx="2738178" cy="25555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s-CL" sz="1000" dirty="0"/>
                <a:t>Renuncia o no y probabilidad</a:t>
              </a:r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51E4DAB8-7CB2-65A6-43B9-786F2ED1F174}"/>
                </a:ext>
              </a:extLst>
            </p:cNvPr>
            <p:cNvSpPr txBox="1"/>
            <p:nvPr/>
          </p:nvSpPr>
          <p:spPr>
            <a:xfrm>
              <a:off x="8637182" y="4088483"/>
              <a:ext cx="2738178" cy="2555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sz="1000" dirty="0"/>
                <a:t>Medidas de retención</a:t>
              </a: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42D759C2-96ED-4A88-CB37-C8FA1A5B8A39}"/>
                </a:ext>
              </a:extLst>
            </p:cNvPr>
            <p:cNvSpPr txBox="1"/>
            <p:nvPr/>
          </p:nvSpPr>
          <p:spPr>
            <a:xfrm>
              <a:off x="8635834" y="4344042"/>
              <a:ext cx="2738178" cy="2555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sz="1000" dirty="0"/>
                <a:t>Guardar medidas, fecha, </a:t>
              </a:r>
              <a:r>
                <a:rPr lang="es-CL" sz="1000" dirty="0" err="1"/>
                <a:t>etc</a:t>
              </a:r>
              <a:endParaRPr lang="es-CL" sz="1000" dirty="0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06AE41AC-D2EB-E3DE-149B-10B17EFFD6EE}"/>
                </a:ext>
              </a:extLst>
            </p:cNvPr>
            <p:cNvSpPr txBox="1"/>
            <p:nvPr/>
          </p:nvSpPr>
          <p:spPr>
            <a:xfrm>
              <a:off x="8600318" y="4536840"/>
              <a:ext cx="2738178" cy="2555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sz="1000" dirty="0"/>
                <a:t>Ver mas detalles</a:t>
              </a:r>
            </a:p>
          </p:txBody>
        </p: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F2ADC50D-18AC-238A-6830-18A773F305AC}"/>
                </a:ext>
              </a:extLst>
            </p:cNvPr>
            <p:cNvSpPr txBox="1"/>
            <p:nvPr/>
          </p:nvSpPr>
          <p:spPr>
            <a:xfrm>
              <a:off x="8912942" y="2383726"/>
              <a:ext cx="2054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dirty="0"/>
                <a:t>Pantalla</a:t>
              </a:r>
            </a:p>
          </p:txBody>
        </p:sp>
      </p:grpSp>
      <p:grpSp>
        <p:nvGrpSpPr>
          <p:cNvPr id="62" name="Grupo 61">
            <a:extLst>
              <a:ext uri="{FF2B5EF4-FFF2-40B4-BE49-F238E27FC236}">
                <a16:creationId xmlns:a16="http://schemas.microsoft.com/office/drawing/2014/main" id="{B434F00C-0ECC-B8C3-8488-8232DD4D36AA}"/>
              </a:ext>
            </a:extLst>
          </p:cNvPr>
          <p:cNvGrpSpPr/>
          <p:nvPr/>
        </p:nvGrpSpPr>
        <p:grpSpPr>
          <a:xfrm>
            <a:off x="7602087" y="5182695"/>
            <a:ext cx="4100021" cy="1641398"/>
            <a:chOff x="7602087" y="5182695"/>
            <a:chExt cx="4100021" cy="1641398"/>
          </a:xfrm>
        </p:grpSpPr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D6DBA612-B9B5-D482-2C24-89422CE63E2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602087" y="5182695"/>
              <a:ext cx="1996461" cy="459231"/>
            </a:xfrm>
            <a:prstGeom prst="rect">
              <a:avLst/>
            </a:prstGeom>
          </p:spPr>
        </p:pic>
        <p:pic>
          <p:nvPicPr>
            <p:cNvPr id="28" name="Imagen 27">
              <a:extLst>
                <a:ext uri="{FF2B5EF4-FFF2-40B4-BE49-F238E27FC236}">
                  <a16:creationId xmlns:a16="http://schemas.microsoft.com/office/drawing/2014/main" id="{F0842022-D34A-4746-1A22-3919C7F5202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621411" y="6358199"/>
              <a:ext cx="2025427" cy="465894"/>
            </a:xfrm>
            <a:prstGeom prst="rect">
              <a:avLst/>
            </a:prstGeom>
          </p:spPr>
        </p:pic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B68C9AC0-B2C4-0F4F-3DEC-F7D77641E89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621411" y="5743913"/>
              <a:ext cx="1860555" cy="427969"/>
            </a:xfrm>
            <a:prstGeom prst="rect">
              <a:avLst/>
            </a:prstGeom>
          </p:spPr>
        </p:pic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A998445D-DD7C-48DA-8477-32B09978CF77}"/>
                </a:ext>
              </a:extLst>
            </p:cNvPr>
            <p:cNvSpPr txBox="1"/>
            <p:nvPr/>
          </p:nvSpPr>
          <p:spPr>
            <a:xfrm>
              <a:off x="9647166" y="5196377"/>
              <a:ext cx="2054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dirty="0"/>
                <a:t>Top clientes</a:t>
              </a:r>
            </a:p>
          </p:txBody>
        </p:sp>
        <p:sp>
          <p:nvSpPr>
            <p:cNvPr id="57" name="CuadroTexto 56">
              <a:extLst>
                <a:ext uri="{FF2B5EF4-FFF2-40B4-BE49-F238E27FC236}">
                  <a16:creationId xmlns:a16="http://schemas.microsoft.com/office/drawing/2014/main" id="{FB236A8E-ACB5-26E4-9ED9-A7DD9B1BFF7C}"/>
                </a:ext>
              </a:extLst>
            </p:cNvPr>
            <p:cNvSpPr txBox="1"/>
            <p:nvPr/>
          </p:nvSpPr>
          <p:spPr>
            <a:xfrm>
              <a:off x="9646838" y="5673297"/>
              <a:ext cx="2054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dirty="0"/>
                <a:t>Log histórico</a:t>
              </a:r>
            </a:p>
          </p:txBody>
        </p:sp>
      </p:grpSp>
      <p:cxnSp>
        <p:nvCxnSpPr>
          <p:cNvPr id="1025" name="Conector recto de flecha 1024">
            <a:extLst>
              <a:ext uri="{FF2B5EF4-FFF2-40B4-BE49-F238E27FC236}">
                <a16:creationId xmlns:a16="http://schemas.microsoft.com/office/drawing/2014/main" id="{38568995-4C86-F61B-5D0D-303D33B91333}"/>
              </a:ext>
            </a:extLst>
          </p:cNvPr>
          <p:cNvCxnSpPr>
            <a:cxnSpLocks/>
          </p:cNvCxnSpPr>
          <p:nvPr/>
        </p:nvCxnSpPr>
        <p:spPr>
          <a:xfrm>
            <a:off x="6064686" y="4792399"/>
            <a:ext cx="1358669" cy="1250230"/>
          </a:xfrm>
          <a:prstGeom prst="straightConnector1">
            <a:avLst/>
          </a:prstGeom>
          <a:ln w="381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3" name="Rectángulo 1032">
            <a:extLst>
              <a:ext uri="{FF2B5EF4-FFF2-40B4-BE49-F238E27FC236}">
                <a16:creationId xmlns:a16="http://schemas.microsoft.com/office/drawing/2014/main" id="{23BA2976-1CA5-50E5-B156-34E49C3F4F1B}"/>
              </a:ext>
            </a:extLst>
          </p:cNvPr>
          <p:cNvSpPr/>
          <p:nvPr/>
        </p:nvSpPr>
        <p:spPr>
          <a:xfrm>
            <a:off x="3712732" y="-1770"/>
            <a:ext cx="339477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HACKATON</a:t>
            </a:r>
          </a:p>
        </p:txBody>
      </p:sp>
    </p:spTree>
    <p:extLst>
      <p:ext uri="{BB962C8B-B14F-4D97-AF65-F5344CB8AC3E}">
        <p14:creationId xmlns:p14="http://schemas.microsoft.com/office/powerpoint/2010/main" val="3598373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0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70</Words>
  <Application>Microsoft Office PowerPoint</Application>
  <PresentationFormat>Panorámica</PresentationFormat>
  <Paragraphs>19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Courier New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Ignao</dc:creator>
  <cp:lastModifiedBy>Juan Ignao</cp:lastModifiedBy>
  <cp:revision>5</cp:revision>
  <dcterms:created xsi:type="dcterms:W3CDTF">2025-12-20T12:46:11Z</dcterms:created>
  <dcterms:modified xsi:type="dcterms:W3CDTF">2025-12-21T00:34:06Z</dcterms:modified>
</cp:coreProperties>
</file>